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Questrial" charset="1" panose="02000000000000000000"/>
      <p:regular r:id="rId17"/>
    </p:embeddedFont>
    <p:embeddedFont>
      <p:font typeface="Open Sans Bold" charset="1" panose="020B0806030504020204"/>
      <p:regular r:id="rId18"/>
    </p:embeddedFont>
    <p:embeddedFont>
      <p:font typeface="Agrandir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10417" y="1964192"/>
            <a:ext cx="4970976" cy="4970976"/>
          </a:xfrm>
          <a:custGeom>
            <a:avLst/>
            <a:gdLst/>
            <a:ahLst/>
            <a:cxnLst/>
            <a:rect r="r" b="b" t="t" l="l"/>
            <a:pathLst>
              <a:path h="4970976" w="4970976">
                <a:moveTo>
                  <a:pt x="0" y="0"/>
                </a:moveTo>
                <a:lnTo>
                  <a:pt x="4970976" y="0"/>
                </a:lnTo>
                <a:lnTo>
                  <a:pt x="4970976" y="4970976"/>
                </a:lnTo>
                <a:lnTo>
                  <a:pt x="0" y="4970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6775" y="4855123"/>
            <a:ext cx="8367008" cy="2873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1"/>
              </a:lnSpc>
            </a:pPr>
            <a:r>
              <a:rPr lang="en-US" sz="2915" spc="291">
                <a:solidFill>
                  <a:srgbClr val="010101"/>
                </a:solidFill>
                <a:latin typeface="Questrial"/>
                <a:ea typeface="Questrial"/>
                <a:cs typeface="Questrial"/>
                <a:sym typeface="Questrial"/>
              </a:rPr>
              <a:t>Examen Semestral </a:t>
            </a:r>
            <a:r>
              <a:rPr lang="en-US" sz="2915" spc="291">
                <a:solidFill>
                  <a:srgbClr val="010101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</a:p>
          <a:p>
            <a:pPr algn="ctr">
              <a:lnSpc>
                <a:spcPts val="4081"/>
              </a:lnSpc>
            </a:pPr>
            <a:r>
              <a:rPr lang="en-US" sz="2915" spc="291">
                <a:solidFill>
                  <a:srgbClr val="010101"/>
                </a:solidFill>
                <a:latin typeface="Questrial"/>
                <a:ea typeface="Questrial"/>
                <a:cs typeface="Questrial"/>
                <a:sym typeface="Questrial"/>
              </a:rPr>
              <a:t>Desarrollo de Software 4</a:t>
            </a:r>
          </a:p>
          <a:p>
            <a:pPr algn="ctr">
              <a:lnSpc>
                <a:spcPts val="4081"/>
              </a:lnSpc>
            </a:pPr>
            <a:r>
              <a:rPr lang="en-US" sz="2915" spc="291">
                <a:solidFill>
                  <a:srgbClr val="010101"/>
                </a:solidFill>
                <a:latin typeface="Questrial"/>
                <a:ea typeface="Questrial"/>
                <a:cs typeface="Questrial"/>
                <a:sym typeface="Questrial"/>
              </a:rPr>
              <a:t>Estefany Zambrano</a:t>
            </a:r>
          </a:p>
          <a:p>
            <a:pPr algn="ctr">
              <a:lnSpc>
                <a:spcPts val="4081"/>
              </a:lnSpc>
            </a:pPr>
            <a:r>
              <a:rPr lang="en-US" sz="2915" spc="291">
                <a:solidFill>
                  <a:srgbClr val="010101"/>
                </a:solidFill>
                <a:latin typeface="Questrial"/>
                <a:ea typeface="Questrial"/>
                <a:cs typeface="Questrial"/>
                <a:sym typeface="Questrial"/>
              </a:rPr>
              <a:t>9-763-3</a:t>
            </a:r>
          </a:p>
          <a:p>
            <a:pPr algn="ctr">
              <a:lnSpc>
                <a:spcPts val="6741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220752" y="1964192"/>
            <a:ext cx="3995097" cy="4114800"/>
          </a:xfrm>
          <a:custGeom>
            <a:avLst/>
            <a:gdLst/>
            <a:ahLst/>
            <a:cxnLst/>
            <a:rect r="r" b="b" t="t" l="l"/>
            <a:pathLst>
              <a:path h="4114800" w="3995097">
                <a:moveTo>
                  <a:pt x="0" y="0"/>
                </a:moveTo>
                <a:lnTo>
                  <a:pt x="3995096" y="0"/>
                </a:lnTo>
                <a:lnTo>
                  <a:pt x="39950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18677" y="6325108"/>
            <a:ext cx="6754456" cy="1206493"/>
          </a:xfrm>
          <a:custGeom>
            <a:avLst/>
            <a:gdLst/>
            <a:ahLst/>
            <a:cxnLst/>
            <a:rect r="r" b="b" t="t" l="l"/>
            <a:pathLst>
              <a:path h="1206493" w="6754456">
                <a:moveTo>
                  <a:pt x="0" y="0"/>
                </a:moveTo>
                <a:lnTo>
                  <a:pt x="6754456" y="0"/>
                </a:lnTo>
                <a:lnTo>
                  <a:pt x="6754456" y="1206493"/>
                </a:lnTo>
                <a:lnTo>
                  <a:pt x="0" y="12064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31376" y="6382305"/>
            <a:ext cx="7911792" cy="546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3"/>
              </a:lnSpc>
            </a:pPr>
            <a:r>
              <a:rPr lang="en-US" sz="317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Cafete</a:t>
            </a:r>
            <a:r>
              <a:rPr lang="en-US" b="true" sz="317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ría Dulce Aroma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2700000">
            <a:off x="-3771622" y="6396582"/>
            <a:ext cx="7543245" cy="5723437"/>
          </a:xfrm>
          <a:custGeom>
            <a:avLst/>
            <a:gdLst/>
            <a:ahLst/>
            <a:cxnLst/>
            <a:rect r="r" b="b" t="t" l="l"/>
            <a:pathLst>
              <a:path h="5723437" w="7543245">
                <a:moveTo>
                  <a:pt x="0" y="0"/>
                </a:moveTo>
                <a:lnTo>
                  <a:pt x="7543244" y="0"/>
                </a:lnTo>
                <a:lnTo>
                  <a:pt x="7543244" y="5723436"/>
                </a:lnTo>
                <a:lnTo>
                  <a:pt x="0" y="57234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1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554253">
            <a:off x="-1850804" y="3931151"/>
            <a:ext cx="4215462" cy="7200900"/>
          </a:xfrm>
          <a:custGeom>
            <a:avLst/>
            <a:gdLst/>
            <a:ahLst/>
            <a:cxnLst/>
            <a:rect r="r" b="b" t="t" l="l"/>
            <a:pathLst>
              <a:path h="7200900" w="4215462">
                <a:moveTo>
                  <a:pt x="0" y="0"/>
                </a:moveTo>
                <a:lnTo>
                  <a:pt x="4215462" y="0"/>
                </a:lnTo>
                <a:lnTo>
                  <a:pt x="4215462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700000">
            <a:off x="14271545" y="-3918536"/>
            <a:ext cx="7543245" cy="5723437"/>
          </a:xfrm>
          <a:custGeom>
            <a:avLst/>
            <a:gdLst/>
            <a:ahLst/>
            <a:cxnLst/>
            <a:rect r="r" b="b" t="t" l="l"/>
            <a:pathLst>
              <a:path h="5723437" w="7543245">
                <a:moveTo>
                  <a:pt x="0" y="0"/>
                </a:moveTo>
                <a:lnTo>
                  <a:pt x="7543245" y="0"/>
                </a:lnTo>
                <a:lnTo>
                  <a:pt x="7543245" y="5723437"/>
                </a:lnTo>
                <a:lnTo>
                  <a:pt x="0" y="57234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1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554253">
            <a:off x="16180269" y="-1389151"/>
            <a:ext cx="4215462" cy="7200900"/>
          </a:xfrm>
          <a:custGeom>
            <a:avLst/>
            <a:gdLst/>
            <a:ahLst/>
            <a:cxnLst/>
            <a:rect r="r" b="b" t="t" l="l"/>
            <a:pathLst>
              <a:path h="7200900" w="4215462">
                <a:moveTo>
                  <a:pt x="0" y="0"/>
                </a:moveTo>
                <a:lnTo>
                  <a:pt x="4215462" y="0"/>
                </a:lnTo>
                <a:lnTo>
                  <a:pt x="4215462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3527354"/>
            <a:ext cx="11560559" cy="9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2"/>
              </a:lnSpc>
            </a:pPr>
            <a:r>
              <a:rPr lang="en-US" sz="463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Cafete</a:t>
            </a:r>
            <a:r>
              <a:rPr lang="en-US" b="true" sz="463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ría Dulce Aroma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23159">
            <a:off x="-8203231" y="3895920"/>
            <a:ext cx="11364131" cy="8642624"/>
          </a:xfrm>
          <a:custGeom>
            <a:avLst/>
            <a:gdLst/>
            <a:ahLst/>
            <a:cxnLst/>
            <a:rect r="r" b="b" t="t" l="l"/>
            <a:pathLst>
              <a:path h="8642624" w="11364131">
                <a:moveTo>
                  <a:pt x="0" y="0"/>
                </a:moveTo>
                <a:lnTo>
                  <a:pt x="11364131" y="0"/>
                </a:lnTo>
                <a:lnTo>
                  <a:pt x="11364131" y="8642624"/>
                </a:lnTo>
                <a:lnTo>
                  <a:pt x="0" y="8642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848179">
            <a:off x="10018367" y="5134559"/>
            <a:ext cx="20527386" cy="21342273"/>
          </a:xfrm>
          <a:custGeom>
            <a:avLst/>
            <a:gdLst/>
            <a:ahLst/>
            <a:cxnLst/>
            <a:rect r="r" b="b" t="t" l="l"/>
            <a:pathLst>
              <a:path h="21342273" w="20527386">
                <a:moveTo>
                  <a:pt x="0" y="0"/>
                </a:moveTo>
                <a:lnTo>
                  <a:pt x="20527386" y="0"/>
                </a:lnTo>
                <a:lnTo>
                  <a:pt x="20527386" y="21342273"/>
                </a:lnTo>
                <a:lnTo>
                  <a:pt x="0" y="21342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95525">
            <a:off x="-1045937" y="-6455615"/>
            <a:ext cx="8034643" cy="8489925"/>
          </a:xfrm>
          <a:custGeom>
            <a:avLst/>
            <a:gdLst/>
            <a:ahLst/>
            <a:cxnLst/>
            <a:rect r="r" b="b" t="t" l="l"/>
            <a:pathLst>
              <a:path h="8489925" w="8034643">
                <a:moveTo>
                  <a:pt x="0" y="0"/>
                </a:moveTo>
                <a:lnTo>
                  <a:pt x="8034643" y="0"/>
                </a:lnTo>
                <a:lnTo>
                  <a:pt x="8034643" y="8489925"/>
                </a:lnTo>
                <a:lnTo>
                  <a:pt x="0" y="8489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35323" y="788912"/>
            <a:ext cx="15039780" cy="8459876"/>
          </a:xfrm>
          <a:custGeom>
            <a:avLst/>
            <a:gdLst/>
            <a:ahLst/>
            <a:cxnLst/>
            <a:rect r="r" b="b" t="t" l="l"/>
            <a:pathLst>
              <a:path h="8459876" w="15039780">
                <a:moveTo>
                  <a:pt x="0" y="0"/>
                </a:moveTo>
                <a:lnTo>
                  <a:pt x="15039780" y="0"/>
                </a:lnTo>
                <a:lnTo>
                  <a:pt x="15039780" y="8459876"/>
                </a:lnTo>
                <a:lnTo>
                  <a:pt x="0" y="84598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12046" y="302003"/>
            <a:ext cx="14063057" cy="90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6"/>
              </a:lnSpc>
            </a:pPr>
            <a:r>
              <a:rPr lang="en-US" sz="5581" spc="167">
                <a:solidFill>
                  <a:srgbClr val="FFFDF5"/>
                </a:solidFill>
                <a:latin typeface="Questrial"/>
                <a:ea typeface="Questrial"/>
                <a:cs typeface="Questrial"/>
                <a:sym typeface="Questrial"/>
              </a:rPr>
              <a:t>Diagrama Inicial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8348" y="1405155"/>
            <a:ext cx="14973897" cy="7964839"/>
          </a:xfrm>
          <a:custGeom>
            <a:avLst/>
            <a:gdLst/>
            <a:ahLst/>
            <a:cxnLst/>
            <a:rect r="r" b="b" t="t" l="l"/>
            <a:pathLst>
              <a:path h="7964839" w="14973897">
                <a:moveTo>
                  <a:pt x="0" y="0"/>
                </a:moveTo>
                <a:lnTo>
                  <a:pt x="14973898" y="0"/>
                </a:lnTo>
                <a:lnTo>
                  <a:pt x="14973898" y="7964839"/>
                </a:lnTo>
                <a:lnTo>
                  <a:pt x="0" y="79648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5194" y="350293"/>
            <a:ext cx="13014595" cy="67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4198" spc="125">
                <a:solidFill>
                  <a:srgbClr val="010101"/>
                </a:solidFill>
                <a:latin typeface="Questrial"/>
                <a:ea typeface="Questrial"/>
                <a:cs typeface="Questrial"/>
                <a:sym typeface="Questrial"/>
              </a:rPr>
              <a:t>Pagina Principal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9554253">
            <a:off x="-2363167" y="4335067"/>
            <a:ext cx="4215462" cy="7200900"/>
          </a:xfrm>
          <a:custGeom>
            <a:avLst/>
            <a:gdLst/>
            <a:ahLst/>
            <a:cxnLst/>
            <a:rect r="r" b="b" t="t" l="l"/>
            <a:pathLst>
              <a:path h="7200900" w="4215462">
                <a:moveTo>
                  <a:pt x="0" y="0"/>
                </a:moveTo>
                <a:lnTo>
                  <a:pt x="4215463" y="0"/>
                </a:lnTo>
                <a:lnTo>
                  <a:pt x="4215463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-4991118" y="6396582"/>
            <a:ext cx="7543245" cy="5723437"/>
          </a:xfrm>
          <a:custGeom>
            <a:avLst/>
            <a:gdLst/>
            <a:ahLst/>
            <a:cxnLst/>
            <a:rect r="r" b="b" t="t" l="l"/>
            <a:pathLst>
              <a:path h="5723437" w="7543245">
                <a:moveTo>
                  <a:pt x="0" y="0"/>
                </a:moveTo>
                <a:lnTo>
                  <a:pt x="7543244" y="0"/>
                </a:lnTo>
                <a:lnTo>
                  <a:pt x="7543244" y="5723436"/>
                </a:lnTo>
                <a:lnTo>
                  <a:pt x="0" y="572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5709447" y="-956479"/>
            <a:ext cx="7543245" cy="5723437"/>
          </a:xfrm>
          <a:custGeom>
            <a:avLst/>
            <a:gdLst/>
            <a:ahLst/>
            <a:cxnLst/>
            <a:rect r="r" b="b" t="t" l="l"/>
            <a:pathLst>
              <a:path h="5723437" w="7543245">
                <a:moveTo>
                  <a:pt x="0" y="0"/>
                </a:moveTo>
                <a:lnTo>
                  <a:pt x="7543245" y="0"/>
                </a:lnTo>
                <a:lnTo>
                  <a:pt x="7543245" y="5723437"/>
                </a:lnTo>
                <a:lnTo>
                  <a:pt x="0" y="57234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554253">
            <a:off x="17721704" y="-262493"/>
            <a:ext cx="4215462" cy="7200900"/>
          </a:xfrm>
          <a:custGeom>
            <a:avLst/>
            <a:gdLst/>
            <a:ahLst/>
            <a:cxnLst/>
            <a:rect r="r" b="b" t="t" l="l"/>
            <a:pathLst>
              <a:path h="7200900" w="4215462">
                <a:moveTo>
                  <a:pt x="0" y="0"/>
                </a:moveTo>
                <a:lnTo>
                  <a:pt x="4215463" y="0"/>
                </a:lnTo>
                <a:lnTo>
                  <a:pt x="4215463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454414" cy="6706347"/>
          </a:xfrm>
          <a:custGeom>
            <a:avLst/>
            <a:gdLst/>
            <a:ahLst/>
            <a:cxnLst/>
            <a:rect r="r" b="b" t="t" l="l"/>
            <a:pathLst>
              <a:path h="6706347" w="9454414">
                <a:moveTo>
                  <a:pt x="0" y="0"/>
                </a:moveTo>
                <a:lnTo>
                  <a:pt x="9454414" y="0"/>
                </a:lnTo>
                <a:lnTo>
                  <a:pt x="9454414" y="6706347"/>
                </a:lnTo>
                <a:lnTo>
                  <a:pt x="0" y="67063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429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35990" y="4663140"/>
            <a:ext cx="8569180" cy="5623860"/>
          </a:xfrm>
          <a:custGeom>
            <a:avLst/>
            <a:gdLst/>
            <a:ahLst/>
            <a:cxnLst/>
            <a:rect r="r" b="b" t="t" l="l"/>
            <a:pathLst>
              <a:path h="5623860" w="8569180">
                <a:moveTo>
                  <a:pt x="0" y="0"/>
                </a:moveTo>
                <a:lnTo>
                  <a:pt x="8569179" y="0"/>
                </a:lnTo>
                <a:lnTo>
                  <a:pt x="8569179" y="5623860"/>
                </a:lnTo>
                <a:lnTo>
                  <a:pt x="0" y="562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50" r="-25712" b="-13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160859">
            <a:off x="14319940" y="957533"/>
            <a:ext cx="1804195" cy="2625152"/>
          </a:xfrm>
          <a:custGeom>
            <a:avLst/>
            <a:gdLst/>
            <a:ahLst/>
            <a:cxnLst/>
            <a:rect r="r" b="b" t="t" l="l"/>
            <a:pathLst>
              <a:path h="2625152" w="1804195">
                <a:moveTo>
                  <a:pt x="0" y="0"/>
                </a:moveTo>
                <a:lnTo>
                  <a:pt x="1804195" y="0"/>
                </a:lnTo>
                <a:lnTo>
                  <a:pt x="1804195" y="2625151"/>
                </a:lnTo>
                <a:lnTo>
                  <a:pt x="0" y="2625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805516" y="962025"/>
            <a:ext cx="2398394" cy="10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sz="6299" spc="18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Menu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2700000">
            <a:off x="13923571" y="-1833018"/>
            <a:ext cx="7543245" cy="5723437"/>
          </a:xfrm>
          <a:custGeom>
            <a:avLst/>
            <a:gdLst/>
            <a:ahLst/>
            <a:cxnLst/>
            <a:rect r="r" b="b" t="t" l="l"/>
            <a:pathLst>
              <a:path h="5723437" w="7543245">
                <a:moveTo>
                  <a:pt x="0" y="0"/>
                </a:moveTo>
                <a:lnTo>
                  <a:pt x="7543245" y="0"/>
                </a:lnTo>
                <a:lnTo>
                  <a:pt x="7543245" y="5723436"/>
                </a:lnTo>
                <a:lnTo>
                  <a:pt x="0" y="57234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1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554253">
            <a:off x="15343369" y="-1328482"/>
            <a:ext cx="4215462" cy="7200900"/>
          </a:xfrm>
          <a:custGeom>
            <a:avLst/>
            <a:gdLst/>
            <a:ahLst/>
            <a:cxnLst/>
            <a:rect r="r" b="b" t="t" l="l"/>
            <a:pathLst>
              <a:path h="7200900" w="4215462">
                <a:moveTo>
                  <a:pt x="0" y="0"/>
                </a:moveTo>
                <a:lnTo>
                  <a:pt x="4215462" y="0"/>
                </a:lnTo>
                <a:lnTo>
                  <a:pt x="4215462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554253">
            <a:off x="-1658112" y="5176499"/>
            <a:ext cx="4215462" cy="7200900"/>
          </a:xfrm>
          <a:custGeom>
            <a:avLst/>
            <a:gdLst/>
            <a:ahLst/>
            <a:cxnLst/>
            <a:rect r="r" b="b" t="t" l="l"/>
            <a:pathLst>
              <a:path h="7200900" w="4215462">
                <a:moveTo>
                  <a:pt x="0" y="0"/>
                </a:moveTo>
                <a:lnTo>
                  <a:pt x="4215463" y="0"/>
                </a:lnTo>
                <a:lnTo>
                  <a:pt x="4215463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700000">
            <a:off x="-242063" y="8312156"/>
            <a:ext cx="5205520" cy="3949689"/>
          </a:xfrm>
          <a:custGeom>
            <a:avLst/>
            <a:gdLst/>
            <a:ahLst/>
            <a:cxnLst/>
            <a:rect r="r" b="b" t="t" l="l"/>
            <a:pathLst>
              <a:path h="3949689" w="5205520">
                <a:moveTo>
                  <a:pt x="0" y="0"/>
                </a:moveTo>
                <a:lnTo>
                  <a:pt x="5205521" y="0"/>
                </a:lnTo>
                <a:lnTo>
                  <a:pt x="5205521" y="3949688"/>
                </a:lnTo>
                <a:lnTo>
                  <a:pt x="0" y="39496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1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400" y="1891384"/>
            <a:ext cx="14751579" cy="7743497"/>
          </a:xfrm>
          <a:custGeom>
            <a:avLst/>
            <a:gdLst/>
            <a:ahLst/>
            <a:cxnLst/>
            <a:rect r="r" b="b" t="t" l="l"/>
            <a:pathLst>
              <a:path h="7743497" w="14751579">
                <a:moveTo>
                  <a:pt x="0" y="0"/>
                </a:moveTo>
                <a:lnTo>
                  <a:pt x="14751579" y="0"/>
                </a:lnTo>
                <a:lnTo>
                  <a:pt x="14751579" y="7743497"/>
                </a:lnTo>
                <a:lnTo>
                  <a:pt x="0" y="7743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82855" y="1526395"/>
            <a:ext cx="3659146" cy="2224473"/>
          </a:xfrm>
          <a:custGeom>
            <a:avLst/>
            <a:gdLst/>
            <a:ahLst/>
            <a:cxnLst/>
            <a:rect r="r" b="b" t="t" l="l"/>
            <a:pathLst>
              <a:path h="2224473" w="3659146">
                <a:moveTo>
                  <a:pt x="0" y="0"/>
                </a:moveTo>
                <a:lnTo>
                  <a:pt x="3659146" y="0"/>
                </a:lnTo>
                <a:lnTo>
                  <a:pt x="3659146" y="2224473"/>
                </a:lnTo>
                <a:lnTo>
                  <a:pt x="0" y="22244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59400" y="748036"/>
            <a:ext cx="11899900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40"/>
              </a:lnSpc>
            </a:pPr>
            <a:r>
              <a:rPr lang="en-US" sz="3800" spc="113">
                <a:solidFill>
                  <a:srgbClr val="EEB619"/>
                </a:solidFill>
                <a:latin typeface="Questrial"/>
                <a:ea typeface="Questrial"/>
                <a:cs typeface="Questrial"/>
                <a:sym typeface="Questrial"/>
              </a:rPr>
              <a:t>Agregar pedido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624126">
            <a:off x="13757128" y="5079290"/>
            <a:ext cx="4215462" cy="7200900"/>
          </a:xfrm>
          <a:custGeom>
            <a:avLst/>
            <a:gdLst/>
            <a:ahLst/>
            <a:cxnLst/>
            <a:rect r="r" b="b" t="t" l="l"/>
            <a:pathLst>
              <a:path h="7200900" w="4215462">
                <a:moveTo>
                  <a:pt x="0" y="0"/>
                </a:moveTo>
                <a:lnTo>
                  <a:pt x="4215463" y="0"/>
                </a:lnTo>
                <a:lnTo>
                  <a:pt x="4215463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624126">
            <a:off x="-2334807" y="-3299640"/>
            <a:ext cx="4215462" cy="7200900"/>
          </a:xfrm>
          <a:custGeom>
            <a:avLst/>
            <a:gdLst/>
            <a:ahLst/>
            <a:cxnLst/>
            <a:rect r="r" b="b" t="t" l="l"/>
            <a:pathLst>
              <a:path h="7200900" w="4215462">
                <a:moveTo>
                  <a:pt x="0" y="0"/>
                </a:moveTo>
                <a:lnTo>
                  <a:pt x="4215463" y="0"/>
                </a:lnTo>
                <a:lnTo>
                  <a:pt x="4215463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700000">
            <a:off x="14516378" y="5252556"/>
            <a:ext cx="7543245" cy="5723437"/>
          </a:xfrm>
          <a:custGeom>
            <a:avLst/>
            <a:gdLst/>
            <a:ahLst/>
            <a:cxnLst/>
            <a:rect r="r" b="b" t="t" l="l"/>
            <a:pathLst>
              <a:path h="5723437" w="7543245">
                <a:moveTo>
                  <a:pt x="0" y="0"/>
                </a:moveTo>
                <a:lnTo>
                  <a:pt x="7543244" y="0"/>
                </a:lnTo>
                <a:lnTo>
                  <a:pt x="7543244" y="5723437"/>
                </a:lnTo>
                <a:lnTo>
                  <a:pt x="0" y="57234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1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700000">
            <a:off x="-4603894" y="-2861718"/>
            <a:ext cx="7543245" cy="5723437"/>
          </a:xfrm>
          <a:custGeom>
            <a:avLst/>
            <a:gdLst/>
            <a:ahLst/>
            <a:cxnLst/>
            <a:rect r="r" b="b" t="t" l="l"/>
            <a:pathLst>
              <a:path h="5723437" w="7543245">
                <a:moveTo>
                  <a:pt x="0" y="0"/>
                </a:moveTo>
                <a:lnTo>
                  <a:pt x="7543245" y="0"/>
                </a:lnTo>
                <a:lnTo>
                  <a:pt x="7543245" y="5723436"/>
                </a:lnTo>
                <a:lnTo>
                  <a:pt x="0" y="57234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1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73264"/>
            <a:ext cx="12822611" cy="8340473"/>
          </a:xfrm>
          <a:custGeom>
            <a:avLst/>
            <a:gdLst/>
            <a:ahLst/>
            <a:cxnLst/>
            <a:rect r="r" b="b" t="t" l="l"/>
            <a:pathLst>
              <a:path h="8340473" w="12822611">
                <a:moveTo>
                  <a:pt x="0" y="0"/>
                </a:moveTo>
                <a:lnTo>
                  <a:pt x="12822611" y="0"/>
                </a:lnTo>
                <a:lnTo>
                  <a:pt x="12822611" y="8340472"/>
                </a:lnTo>
                <a:lnTo>
                  <a:pt x="0" y="8340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6115386" y="981075"/>
            <a:ext cx="11899900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40"/>
              </a:lnSpc>
            </a:pPr>
            <a:r>
              <a:rPr lang="en-US" sz="3800" spc="113">
                <a:solidFill>
                  <a:srgbClr val="BF5050"/>
                </a:solidFill>
                <a:latin typeface="Questrial"/>
                <a:ea typeface="Questrial"/>
                <a:cs typeface="Questrial"/>
                <a:sym typeface="Questrial"/>
              </a:rPr>
              <a:t>Agregar pedido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737834" y="1678795"/>
            <a:ext cx="2856566" cy="1736568"/>
          </a:xfrm>
          <a:custGeom>
            <a:avLst/>
            <a:gdLst/>
            <a:ahLst/>
            <a:cxnLst/>
            <a:rect r="r" b="b" t="t" l="l"/>
            <a:pathLst>
              <a:path h="1736568" w="2856566">
                <a:moveTo>
                  <a:pt x="0" y="0"/>
                </a:moveTo>
                <a:lnTo>
                  <a:pt x="2856567" y="0"/>
                </a:lnTo>
                <a:lnTo>
                  <a:pt x="2856567" y="1736568"/>
                </a:lnTo>
                <a:lnTo>
                  <a:pt x="0" y="17365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3822778" y="5674002"/>
            <a:ext cx="7543245" cy="5723437"/>
          </a:xfrm>
          <a:custGeom>
            <a:avLst/>
            <a:gdLst/>
            <a:ahLst/>
            <a:cxnLst/>
            <a:rect r="r" b="b" t="t" l="l"/>
            <a:pathLst>
              <a:path h="5723437" w="7543245">
                <a:moveTo>
                  <a:pt x="0" y="0"/>
                </a:moveTo>
                <a:lnTo>
                  <a:pt x="7543245" y="0"/>
                </a:lnTo>
                <a:lnTo>
                  <a:pt x="7543245" y="5723437"/>
                </a:lnTo>
                <a:lnTo>
                  <a:pt x="0" y="57234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-6246788" y="2454795"/>
            <a:ext cx="7543245" cy="5723437"/>
          </a:xfrm>
          <a:custGeom>
            <a:avLst/>
            <a:gdLst/>
            <a:ahLst/>
            <a:cxnLst/>
            <a:rect r="r" b="b" t="t" l="l"/>
            <a:pathLst>
              <a:path h="5723437" w="7543245">
                <a:moveTo>
                  <a:pt x="0" y="0"/>
                </a:moveTo>
                <a:lnTo>
                  <a:pt x="7543245" y="0"/>
                </a:lnTo>
                <a:lnTo>
                  <a:pt x="7543245" y="5723437"/>
                </a:lnTo>
                <a:lnTo>
                  <a:pt x="0" y="57234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931144">
            <a:off x="14827395" y="5499307"/>
            <a:ext cx="4215462" cy="7200900"/>
          </a:xfrm>
          <a:custGeom>
            <a:avLst/>
            <a:gdLst/>
            <a:ahLst/>
            <a:cxnLst/>
            <a:rect r="r" b="b" t="t" l="l"/>
            <a:pathLst>
              <a:path h="7200900" w="4215462">
                <a:moveTo>
                  <a:pt x="0" y="0"/>
                </a:moveTo>
                <a:lnTo>
                  <a:pt x="4215462" y="0"/>
                </a:lnTo>
                <a:lnTo>
                  <a:pt x="4215462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931144">
            <a:off x="-2366741" y="-1328896"/>
            <a:ext cx="4215462" cy="7200900"/>
          </a:xfrm>
          <a:custGeom>
            <a:avLst/>
            <a:gdLst/>
            <a:ahLst/>
            <a:cxnLst/>
            <a:rect r="r" b="b" t="t" l="l"/>
            <a:pathLst>
              <a:path h="7200900" w="4215462">
                <a:moveTo>
                  <a:pt x="0" y="0"/>
                </a:moveTo>
                <a:lnTo>
                  <a:pt x="4215463" y="0"/>
                </a:lnTo>
                <a:lnTo>
                  <a:pt x="4215463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325613">
            <a:off x="-2763497" y="1365643"/>
            <a:ext cx="8793859" cy="8620604"/>
          </a:xfrm>
          <a:custGeom>
            <a:avLst/>
            <a:gdLst/>
            <a:ahLst/>
            <a:cxnLst/>
            <a:rect r="r" b="b" t="t" l="l"/>
            <a:pathLst>
              <a:path h="8620604" w="8793859">
                <a:moveTo>
                  <a:pt x="0" y="0"/>
                </a:moveTo>
                <a:lnTo>
                  <a:pt x="8793859" y="0"/>
                </a:lnTo>
                <a:lnTo>
                  <a:pt x="8793859" y="8620604"/>
                </a:lnTo>
                <a:lnTo>
                  <a:pt x="0" y="8620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822837">
            <a:off x="7838748" y="-3855371"/>
            <a:ext cx="6477023" cy="7710741"/>
          </a:xfrm>
          <a:custGeom>
            <a:avLst/>
            <a:gdLst/>
            <a:ahLst/>
            <a:cxnLst/>
            <a:rect r="r" b="b" t="t" l="l"/>
            <a:pathLst>
              <a:path h="7710741" w="6477023">
                <a:moveTo>
                  <a:pt x="0" y="0"/>
                </a:moveTo>
                <a:lnTo>
                  <a:pt x="6477023" y="0"/>
                </a:lnTo>
                <a:lnTo>
                  <a:pt x="6477023" y="7710742"/>
                </a:lnTo>
                <a:lnTo>
                  <a:pt x="0" y="771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6411" y="1591262"/>
            <a:ext cx="16560126" cy="6334248"/>
          </a:xfrm>
          <a:custGeom>
            <a:avLst/>
            <a:gdLst/>
            <a:ahLst/>
            <a:cxnLst/>
            <a:rect r="r" b="b" t="t" l="l"/>
            <a:pathLst>
              <a:path h="6334248" w="16560126">
                <a:moveTo>
                  <a:pt x="0" y="0"/>
                </a:moveTo>
                <a:lnTo>
                  <a:pt x="16560126" y="0"/>
                </a:lnTo>
                <a:lnTo>
                  <a:pt x="16560126" y="6334248"/>
                </a:lnTo>
                <a:lnTo>
                  <a:pt x="0" y="63342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041814" y="2079824"/>
            <a:ext cx="10736062" cy="5973155"/>
          </a:xfrm>
          <a:custGeom>
            <a:avLst/>
            <a:gdLst/>
            <a:ahLst/>
            <a:cxnLst/>
            <a:rect r="r" b="b" t="t" l="l"/>
            <a:pathLst>
              <a:path h="5973155" w="10736062">
                <a:moveTo>
                  <a:pt x="0" y="0"/>
                </a:moveTo>
                <a:lnTo>
                  <a:pt x="10736063" y="0"/>
                </a:lnTo>
                <a:lnTo>
                  <a:pt x="10736063" y="5973155"/>
                </a:lnTo>
                <a:lnTo>
                  <a:pt x="0" y="5973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2658" y="1508998"/>
            <a:ext cx="9701922" cy="5156877"/>
          </a:xfrm>
          <a:custGeom>
            <a:avLst/>
            <a:gdLst/>
            <a:ahLst/>
            <a:cxnLst/>
            <a:rect r="r" b="b" t="t" l="l"/>
            <a:pathLst>
              <a:path h="5156877" w="9701922">
                <a:moveTo>
                  <a:pt x="0" y="0"/>
                </a:moveTo>
                <a:lnTo>
                  <a:pt x="9701922" y="0"/>
                </a:lnTo>
                <a:lnTo>
                  <a:pt x="9701922" y="5156877"/>
                </a:lnTo>
                <a:lnTo>
                  <a:pt x="0" y="5156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845000" y="616251"/>
            <a:ext cx="11096634" cy="77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799" spc="143">
                <a:solidFill>
                  <a:srgbClr val="010101"/>
                </a:solidFill>
                <a:latin typeface="Questrial"/>
                <a:ea typeface="Questrial"/>
                <a:cs typeface="Questrial"/>
                <a:sym typeface="Questrial"/>
              </a:rPr>
              <a:t>Vista de Pedidos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244901" y="5143500"/>
            <a:ext cx="9014399" cy="3330064"/>
          </a:xfrm>
          <a:custGeom>
            <a:avLst/>
            <a:gdLst/>
            <a:ahLst/>
            <a:cxnLst/>
            <a:rect r="r" b="b" t="t" l="l"/>
            <a:pathLst>
              <a:path h="3330064" w="9014399">
                <a:moveTo>
                  <a:pt x="0" y="0"/>
                </a:moveTo>
                <a:lnTo>
                  <a:pt x="9014399" y="0"/>
                </a:lnTo>
                <a:lnTo>
                  <a:pt x="9014399" y="3330064"/>
                </a:lnTo>
                <a:lnTo>
                  <a:pt x="0" y="33300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3463" r="-15845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906430">
            <a:off x="-5707455" y="1104219"/>
            <a:ext cx="11414910" cy="10436015"/>
          </a:xfrm>
          <a:custGeom>
            <a:avLst/>
            <a:gdLst/>
            <a:ahLst/>
            <a:cxnLst/>
            <a:rect r="r" b="b" t="t" l="l"/>
            <a:pathLst>
              <a:path h="10436015" w="11414910">
                <a:moveTo>
                  <a:pt x="0" y="0"/>
                </a:moveTo>
                <a:lnTo>
                  <a:pt x="11414910" y="0"/>
                </a:lnTo>
                <a:lnTo>
                  <a:pt x="11414910" y="10436015"/>
                </a:lnTo>
                <a:lnTo>
                  <a:pt x="0" y="10436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07611">
            <a:off x="12210099" y="1995392"/>
            <a:ext cx="12877496" cy="7164570"/>
          </a:xfrm>
          <a:custGeom>
            <a:avLst/>
            <a:gdLst/>
            <a:ahLst/>
            <a:cxnLst/>
            <a:rect r="r" b="b" t="t" l="l"/>
            <a:pathLst>
              <a:path h="7164570" w="12877496">
                <a:moveTo>
                  <a:pt x="0" y="0"/>
                </a:moveTo>
                <a:lnTo>
                  <a:pt x="12877496" y="0"/>
                </a:lnTo>
                <a:lnTo>
                  <a:pt x="12877496" y="7164570"/>
                </a:lnTo>
                <a:lnTo>
                  <a:pt x="0" y="716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723416"/>
            <a:ext cx="16242531" cy="3598810"/>
          </a:xfrm>
          <a:custGeom>
            <a:avLst/>
            <a:gdLst/>
            <a:ahLst/>
            <a:cxnLst/>
            <a:rect r="r" b="b" t="t" l="l"/>
            <a:pathLst>
              <a:path h="3598810" w="16242531">
                <a:moveTo>
                  <a:pt x="0" y="0"/>
                </a:moveTo>
                <a:lnTo>
                  <a:pt x="16242531" y="0"/>
                </a:lnTo>
                <a:lnTo>
                  <a:pt x="16242531" y="3598810"/>
                </a:lnTo>
                <a:lnTo>
                  <a:pt x="0" y="3598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2453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785734" y="1761837"/>
            <a:ext cx="13002619" cy="71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5"/>
              </a:lnSpc>
            </a:pPr>
            <a:r>
              <a:rPr lang="en-US" sz="4396" spc="131">
                <a:solidFill>
                  <a:srgbClr val="FFFDF5"/>
                </a:solidFill>
                <a:latin typeface="Questrial"/>
                <a:ea typeface="Questrial"/>
                <a:cs typeface="Questrial"/>
                <a:sym typeface="Questrial"/>
              </a:rPr>
              <a:t>https://localhost:44328/api/Access/GetMenu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487343" y="2156923"/>
            <a:ext cx="10736062" cy="5973155"/>
          </a:xfrm>
          <a:custGeom>
            <a:avLst/>
            <a:gdLst/>
            <a:ahLst/>
            <a:cxnLst/>
            <a:rect r="r" b="b" t="t" l="l"/>
            <a:pathLst>
              <a:path h="5973155" w="10736062">
                <a:moveTo>
                  <a:pt x="0" y="0"/>
                </a:moveTo>
                <a:lnTo>
                  <a:pt x="10736063" y="0"/>
                </a:lnTo>
                <a:lnTo>
                  <a:pt x="10736063" y="5973154"/>
                </a:lnTo>
                <a:lnTo>
                  <a:pt x="0" y="5973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9203" y="1034565"/>
            <a:ext cx="15449594" cy="8217869"/>
          </a:xfrm>
          <a:custGeom>
            <a:avLst/>
            <a:gdLst/>
            <a:ahLst/>
            <a:cxnLst/>
            <a:rect r="r" b="b" t="t" l="l"/>
            <a:pathLst>
              <a:path h="8217869" w="15449594">
                <a:moveTo>
                  <a:pt x="0" y="0"/>
                </a:moveTo>
                <a:lnTo>
                  <a:pt x="15449594" y="0"/>
                </a:lnTo>
                <a:lnTo>
                  <a:pt x="15449594" y="8217870"/>
                </a:lnTo>
                <a:lnTo>
                  <a:pt x="0" y="82178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5199865" y="4330023"/>
            <a:ext cx="10736062" cy="5973155"/>
          </a:xfrm>
          <a:custGeom>
            <a:avLst/>
            <a:gdLst/>
            <a:ahLst/>
            <a:cxnLst/>
            <a:rect r="r" b="b" t="t" l="l"/>
            <a:pathLst>
              <a:path h="5973155" w="10736062">
                <a:moveTo>
                  <a:pt x="0" y="0"/>
                </a:moveTo>
                <a:lnTo>
                  <a:pt x="10736063" y="0"/>
                </a:lnTo>
                <a:lnTo>
                  <a:pt x="10736063" y="5973155"/>
                </a:lnTo>
                <a:lnTo>
                  <a:pt x="0" y="5973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49737">
            <a:off x="-6100353" y="2075077"/>
            <a:ext cx="10741561" cy="9820410"/>
          </a:xfrm>
          <a:custGeom>
            <a:avLst/>
            <a:gdLst/>
            <a:ahLst/>
            <a:cxnLst/>
            <a:rect r="r" b="b" t="t" l="l"/>
            <a:pathLst>
              <a:path h="9820410" w="10741561">
                <a:moveTo>
                  <a:pt x="0" y="0"/>
                </a:moveTo>
                <a:lnTo>
                  <a:pt x="10741561" y="0"/>
                </a:lnTo>
                <a:lnTo>
                  <a:pt x="10741561" y="9820410"/>
                </a:lnTo>
                <a:lnTo>
                  <a:pt x="0" y="9820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299445">
            <a:off x="11888520" y="-581153"/>
            <a:ext cx="10741561" cy="9820410"/>
          </a:xfrm>
          <a:custGeom>
            <a:avLst/>
            <a:gdLst/>
            <a:ahLst/>
            <a:cxnLst/>
            <a:rect r="r" b="b" t="t" l="l"/>
            <a:pathLst>
              <a:path h="9820410" w="10741561">
                <a:moveTo>
                  <a:pt x="0" y="0"/>
                </a:moveTo>
                <a:lnTo>
                  <a:pt x="10741560" y="0"/>
                </a:lnTo>
                <a:lnTo>
                  <a:pt x="10741560" y="9820410"/>
                </a:lnTo>
                <a:lnTo>
                  <a:pt x="0" y="9820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71385" y="3995770"/>
            <a:ext cx="12345231" cy="228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7"/>
              </a:lnSpc>
            </a:pPr>
            <a:r>
              <a:rPr lang="en-US" sz="14998" spc="224">
                <a:solidFill>
                  <a:srgbClr val="5E17EB"/>
                </a:solidFill>
                <a:latin typeface="Questrial"/>
                <a:ea typeface="Questrial"/>
                <a:cs typeface="Questrial"/>
                <a:sym typeface="Questrial"/>
              </a:rPr>
              <a:t>¡Gracias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DAG7ZUy9zH4</dc:identifier>
  <dcterms:modified xsi:type="dcterms:W3CDTF">2011-08-01T06:04:30Z</dcterms:modified>
  <cp:revision>1</cp:revision>
  <dc:title>Presentacion creatividad divertida negro</dc:title>
</cp:coreProperties>
</file>